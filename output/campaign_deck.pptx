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Prospect Incentive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Campaign Brief — Auto-generated by Campaign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</a:rPr>
              <a:t>Campaign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Objective:    Drive MAU growth across Paid Media and Direct Mail channels by improving conversion efficiency of incentive-driven signups. Lifecycle comms will reinforce the funnel and reduce drop-off by nudging new customers to order, activate, and spend with their debit card.
Launch Date:  Q4 2026
DRI:          TBD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188720"/>
            <a:ext cx="3474720" cy="3200400"/>
          </a:xfrm>
          <a:prstGeom prst="rect">
            <a:avLst/>
          </a:prstGeom>
          <a:solidFill>
            <a:srgbClr val="6366F1"/>
          </a:solidFill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Primary Segment
Offer opt-in
Opted in to incentive offer
Est. Size: TBD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3C3C"/>
                </a:solidFill>
              </a:rPr>
              <a:t>⚠️ Compliance Flags
• U.S. only eligibility
• New customers only, 18+ age requirement
• Account must be in good standing throughout promotional period
• Limit 1 promotion per account
• Legal disclosure required: Customers in the incentive cohort require disclosure of T&amp;Cs — served in email footers or on a dedicated details page for non-email channels
• Rewards may take up to 30 days after the campaign end date to process
• Winner selection: Eligibility criteria must be re-validated if customer conditions change after opt-in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Email 1 - Opted-in to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Subject Line:
You're on your way to a $20 bonus
Body:
Module 1: What to do next — order and activate card, make first purchase by 12/31. Module 2: Card RTBs — no hidden fees, exclusive perks, customizable card design. Module 3: Promo details — offer terms, end date, payout timing.
CTA:
View promo details → Promo hub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EMAIL DESIGN ]
Figma asset goes here
Node ID: TBD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1 - Opted-in to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Order your debit card and make your first purchase by 12/31 to claim your $20 bonus!
CTA:
Deeplink: Promo hub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2 - Opted-in, did not order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Order your debit card and make your first purchase by 12/31 to claim your $20 bonus!
CTA:
Deeplink: Promo hub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3 - Ordered card, not activated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Activate your debit card and make your first purchase by 12/31 to claim your $20 bonus!
CTA:
Deeplink: Card activation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4 - Ordered card, not activated (reminder)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Activate your debit card and make your first purchase by 12/31 to claim your $20 bonus!
CTA:
Deeplink: Card activation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5 - Activated card, low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You're almost there! Add money to your balance to start spending by 12/31 and earn your $20 bonus.
CTA:
Deeplink: Add cash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6 - Activated card, no first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You're almost on your way to your $20 bonus! Make your first purchase by 12/31 to claim.
CTA:
Deeplink: Offers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7 - No first purchase (reminder)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You're almost on your way to your $20 bonus! Make your first purchase by 12/31 to claim.
CTA:
Deeplink: Offers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8 - Final reminder, not activated (Dec 29-30)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Final reminder! Activate your debit card and make your first purchase by 1/16 to claim your $20 bonus!
CTA:
Deeplink: Card activation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Push 9 - Final reminder, no first purchase (Dec 29-30)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Final reminder! You're almost on your way to your $20 bonus. Make your first purchase by 1/16 to claim.
CTA:
Deeplink: Offers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Reward Email - Completed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Subject Line:
Your $20 bonus just landed
Body:
We just dropped $20 into your balance. Spend it, save it, or treat a friend. Module 1: Offers — use your balance online, in person, or stretch it further with offers. Module 2: P2P — treat a friend, send money for coffee or just because. Module 3: Savings — put money toward a goal and grow it with interest.
CTA:
Check your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EMAIL DESIGN ]
Figma asset goes here
Node ID: TBD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Reward Push - Completed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Congrats! Your $20 bonus just landed for making your first debit card purchase.
CTA:
Deeplink: Balance /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PUSH DESIGN ]
Figma asset goes here
Node ID: TBD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366F1"/>
          </a:solidFill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Reward House Ad - Completed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Body:
Congrats! You just received your $20 bonus for making your first purchase on your debit card. Spend it, save it, or treat a friend!
CTA:
Check your balance → Balance /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solidFill>
            <a:srgbClr val="DCDCE1"/>
          </a:solidFill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696A0"/>
                </a:solidFill>
              </a:rPr>
              <a:t>[ HOUSE AD DESIGN ]
Figma asset goes here
Node ID: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